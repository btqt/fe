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94" r:id="rId4"/>
    <p:sldId id="280" r:id="rId5"/>
    <p:sldId id="289" r:id="rId6"/>
    <p:sldId id="262" r:id="rId7"/>
    <p:sldId id="283" r:id="rId8"/>
    <p:sldId id="269" r:id="rId9"/>
    <p:sldId id="271" r:id="rId10"/>
    <p:sldId id="287" r:id="rId11"/>
    <p:sldId id="279" r:id="rId12"/>
    <p:sldId id="292" r:id="rId13"/>
    <p:sldId id="293" r:id="rId14"/>
    <p:sldId id="288" r:id="rId15"/>
    <p:sldId id="291" r:id="rId16"/>
    <p:sldId id="274" r:id="rId17"/>
    <p:sldId id="277" r:id="rId18"/>
    <p:sldId id="276" r:id="rId19"/>
    <p:sldId id="295" r:id="rId20"/>
    <p:sldId id="296" r:id="rId21"/>
    <p:sldId id="29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32" autoAdjust="0"/>
    <p:restoredTop sz="57375" autoAdjust="0"/>
  </p:normalViewPr>
  <p:slideViewPr>
    <p:cSldViewPr snapToGrid="0">
      <p:cViewPr>
        <p:scale>
          <a:sx n="66" d="100"/>
          <a:sy n="66" d="100"/>
        </p:scale>
        <p:origin x="2082" y="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(Nhớ</a:t>
            </a:r>
            <a:r>
              <a:rPr lang="en-US" baseline="0" smtClean="0"/>
              <a:t> bật mouse laser)</a:t>
            </a:r>
            <a:endParaRPr lang="en-US" smtClean="0"/>
          </a:p>
          <a:p>
            <a:endParaRPr lang="en-US" smtClean="0"/>
          </a:p>
          <a:p>
            <a:r>
              <a:rPr lang="en-US" smtClean="0"/>
              <a:t>Hello</a:t>
            </a:r>
            <a:r>
              <a:rPr lang="en-US" baseline="0" smtClean="0"/>
              <a:t> everyone, my name is Phi, from Software Engineering part.</a:t>
            </a:r>
          </a:p>
          <a:p>
            <a:endParaRPr lang="en-US" baseline="0" smtClean="0"/>
          </a:p>
          <a:p>
            <a:r>
              <a:rPr lang="en-US" baseline="0" smtClean="0"/>
              <a:t>Today, I will present about the topic: Design of Secure Remote Diag on Container Separation Architecture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877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For the topic</a:t>
            </a:r>
            <a:r>
              <a:rPr lang="en-US" baseline="0" smtClean="0"/>
              <a:t> presentation, </a:t>
            </a:r>
            <a:r>
              <a:rPr lang="en-US" smtClean="0"/>
              <a:t>I will go through six</a:t>
            </a:r>
            <a:r>
              <a:rPr lang="en-US" baseline="0" smtClean="0"/>
              <a:t> sections as you can see in the monitor.</a:t>
            </a:r>
          </a:p>
          <a:p>
            <a:r>
              <a:rPr lang="en-US" baseline="0" smtClean="0"/>
              <a:t>First one is Context of my Function Expert topic.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7821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871B573-D46B-DD18-A2C4-C4082199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16CD46A-A877-3DE1-9984-1B9616582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CAC9709-5C79-D782-6C8E-2BC9A65C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The Toyota DCM is a telematics platform</a:t>
            </a:r>
            <a:r>
              <a:rPr lang="en-US" baseline="0" smtClean="0"/>
              <a:t> which provides services that allows vehicles to connect to the network, including the remote diagnostics from OEM server.</a:t>
            </a:r>
          </a:p>
          <a:p>
            <a:endParaRPr lang="en-US" baseline="0" smtClean="0"/>
          </a:p>
          <a:p>
            <a:r>
              <a:rPr lang="en-US" baseline="0" smtClean="0"/>
              <a:t>and It also supports diagnostic communication and OTA update feature, through Internal CAN bus … and the MM ECU which acts as OTA Master.</a:t>
            </a:r>
          </a:p>
          <a:p>
            <a:endParaRPr lang="en-US" baseline="0" smtClean="0"/>
          </a:p>
          <a:p>
            <a:r>
              <a:rPr lang="en-US" baseline="0" smtClean="0"/>
              <a:t>As you can see in the diagram, the Current architecture is monolithic, with all components running in a single partition.</a:t>
            </a:r>
          </a:p>
          <a:p>
            <a:endParaRPr lang="en-US" baseline="0" smtClean="0"/>
          </a:p>
          <a:p>
            <a:r>
              <a:rPr lang="en-US" baseline="0" smtClean="0"/>
              <a:t>On next slide, we will talk about the architecture migration.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A1C9B43-13E9-E1D6-156A-5CB894C64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435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OEM security perspective, a potential threat is that the Entry Point partition could be compromised by unauthorized software and taken over.</a:t>
            </a:r>
          </a:p>
          <a:p>
            <a:endParaRPr lang="en-US" sz="1200" b="0" i="0" kern="120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address the</a:t>
            </a:r>
            <a:r>
              <a:rPr lang="en-US" sz="1200" b="0" i="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</a:t>
            </a:r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risk, OEM proposed the security requirements to </a:t>
            </a:r>
            <a:r>
              <a:rPr lang="en-US" sz="1200" b="1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scope of compromise to the EP partition only. The compromise must not propagate to the internal partition or in-vehicle CAN bus.</a:t>
            </a:r>
          </a:p>
          <a:p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Then, to achieve this, LGE came</a:t>
            </a:r>
            <a:r>
              <a:rPr lang="en-US" sz="1200" b="0" i="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with a solution: Separate the DCM architecture into two partitions using LXC containers: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EP container will hosts externally exposed network components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 Internal container will hosts the components which require access to the CAN bus.</a:t>
            </a:r>
            <a:endParaRPr lang="en-US" sz="1200" b="0" i="0" kern="1200" baseline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baseline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644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RemoteDiag</a:t>
            </a:r>
            <a:r>
              <a:rPr lang="en-US" baseline="0" smtClean="0"/>
              <a:t> is responsible for processing diagnotics for each ECU and uploading diagnostic data to the OEM server</a:t>
            </a:r>
          </a:p>
          <a:p>
            <a:r>
              <a:rPr lang="en-US" baseline="0" smtClean="0"/>
              <a:t>Currently, RemoteDiag has two main communication paths: </a:t>
            </a:r>
          </a:p>
          <a:p>
            <a:r>
              <a:rPr lang="en-US" baseline="0" smtClean="0"/>
              <a:t>One with the OEM server (the red flow), for direct diagnostic commands.</a:t>
            </a:r>
          </a:p>
          <a:p>
            <a:r>
              <a:rPr lang="en-US" baseline="0" smtClean="0"/>
              <a:t>And The other one with the MM ECU (the pink flow), for OTA updates.</a:t>
            </a:r>
          </a:p>
          <a:p>
            <a:r>
              <a:rPr lang="en-US" smtClean="0"/>
              <a:t>However,</a:t>
            </a:r>
            <a:r>
              <a:rPr lang="en-US" baseline="0" smtClean="0"/>
              <a:t> there are security risks in the current design:</a:t>
            </a:r>
          </a:p>
          <a:p>
            <a:pPr marL="171450" indent="-171450">
              <a:buFontTx/>
              <a:buChar char="-"/>
            </a:pPr>
            <a:r>
              <a:rPr lang="en-US" baseline="0" smtClean="0"/>
              <a:t>The communication path between RemoteDiag and the MM ECU routes in the EP container. If the EP container is compromised, this communication could be exposed to an attacker.</a:t>
            </a:r>
          </a:p>
          <a:p>
            <a:pPr marL="171450" indent="-171450">
              <a:buFontTx/>
              <a:buChar char="-"/>
            </a:pPr>
            <a:r>
              <a:rPr lang="en-US" baseline="0" smtClean="0"/>
              <a:t>And, OEM also requests that </a:t>
            </a:r>
            <a:r>
              <a:rPr lang="en-US" sz="1200" b="1" smtClean="0"/>
              <a:t>unauthorized reprogramming requests should be filtered</a:t>
            </a:r>
          </a:p>
          <a:p>
            <a:pPr marL="0" indent="0">
              <a:buFontTx/>
              <a:buNone/>
            </a:pPr>
            <a:endParaRPr lang="en-US" sz="1200" b="1" baseline="0" smtClean="0"/>
          </a:p>
          <a:p>
            <a:pPr marL="0" indent="0">
              <a:buFontTx/>
              <a:buNone/>
            </a:pPr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 result, the internal architecture of</a:t>
            </a:r>
            <a:r>
              <a:rPr lang="en-US" sz="1200" b="0" i="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RemoteDiag</a:t>
            </a:r>
            <a:r>
              <a:rPr lang="en-US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communication flow need to be redesigned so that they are aligned with the new container architecture.”</a:t>
            </a:r>
            <a:endParaRPr lang="en-US" b="0" baseline="0" smtClean="0"/>
          </a:p>
          <a:p>
            <a:pPr marL="171450" indent="-171450">
              <a:buFontTx/>
              <a:buChar char="-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984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Base on OEM requirements</a:t>
            </a:r>
            <a:r>
              <a:rPr lang="en-US" baseline="0" smtClean="0"/>
              <a:t> and security perspective, I extract the functional requirements as shown in the table.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749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Here</a:t>
            </a:r>
            <a:r>
              <a:rPr lang="en-US" baseline="0" smtClean="0"/>
              <a:t> is the quality attribute table which I’m concerning.</a:t>
            </a:r>
          </a:p>
          <a:p>
            <a:r>
              <a:rPr lang="en-US" baseline="0" smtClean="0"/>
              <a:t>Basically, I focus on Security attributes. Then, Modifiability and Maintainability.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92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113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xmlns="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8DF60D-9815-C72C-E039-867021DB8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D5429F4-17DA-8C65-E10D-772D18EA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 – Toyota 24DCM project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C9BB87FF-FFF5-432F-99E1-3CFA176F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dirty="0"/>
              <a:t>Toyota </a:t>
            </a:r>
            <a:r>
              <a:rPr lang="en-US" sz="1800" b="1" dirty="0"/>
              <a:t>DCM</a:t>
            </a:r>
            <a:r>
              <a:rPr lang="en-US" sz="1800" dirty="0"/>
              <a:t>: a telematics platform providing connected vehicle services, including </a:t>
            </a:r>
            <a:r>
              <a:rPr lang="en-US" sz="1800" b="1" dirty="0"/>
              <a:t>remote diagnostics </a:t>
            </a:r>
            <a:r>
              <a:rPr lang="en-US" sz="1800" dirty="0"/>
              <a:t>from OEM server.</a:t>
            </a:r>
          </a:p>
          <a:p>
            <a:r>
              <a:rPr lang="en-US" sz="1800" dirty="0"/>
              <a:t>Supports diagnostic communication and OTA updates through the Internal CAN bus.</a:t>
            </a:r>
          </a:p>
          <a:p>
            <a:r>
              <a:rPr lang="en-US" sz="1800" b="1" dirty="0"/>
              <a:t>Current architecture</a:t>
            </a:r>
            <a:r>
              <a:rPr lang="en-US" sz="1800" dirty="0"/>
              <a:t>: monolithic deployment model, with all components running in a single partition.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E28FFDEC-FAE3-F715-C17D-E64EBFEF5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926" y="2652517"/>
            <a:ext cx="6611468" cy="38032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5AD2A0C-B319-E101-9513-01BAFF04FFE6}"/>
              </a:ext>
            </a:extLst>
          </p:cNvPr>
          <p:cNvSpPr txBox="1"/>
          <p:nvPr/>
        </p:nvSpPr>
        <p:spPr>
          <a:xfrm>
            <a:off x="4199961" y="6454982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52CEA5CE-1C3F-5BA0-00F6-DC7933C76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57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>
            <a:cxnSpLocks/>
          </p:cNvCxnSpPr>
          <p:nvPr/>
        </p:nvCxnSpPr>
        <p:spPr>
          <a:xfrm>
            <a:off x="3470806" y="3153335"/>
            <a:ext cx="0" cy="367168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 dirty="0"/>
              <a:t>Context &amp; Motivation – System architecture migration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5"/>
            <a:ext cx="11916834" cy="2357405"/>
          </a:xfrm>
        </p:spPr>
        <p:txBody>
          <a:bodyPr>
            <a:noAutofit/>
          </a:bodyPr>
          <a:lstStyle/>
          <a:p>
            <a:r>
              <a:rPr lang="en-US" sz="1600" dirty="0"/>
              <a:t>OEM Security Threat</a:t>
            </a:r>
            <a:r>
              <a:rPr lang="en-US" sz="1600" b="1" dirty="0"/>
              <a:t>: </a:t>
            </a:r>
            <a:r>
              <a:rPr lang="en-US" sz="1600" dirty="0"/>
              <a:t>Entry Point (EP</a:t>
            </a:r>
            <a:r>
              <a:rPr lang="en-US" sz="1600"/>
              <a:t>) </a:t>
            </a:r>
            <a:r>
              <a:rPr lang="en-US" sz="1600" smtClean="0"/>
              <a:t>partition (containing components which is able to communicate with network) could be </a:t>
            </a:r>
            <a:r>
              <a:rPr lang="en-US" sz="1600" dirty="0"/>
              <a:t>compromised by unauthorized software and has been taken over.</a:t>
            </a:r>
            <a:endParaRPr lang="en-US" sz="1400" dirty="0"/>
          </a:p>
          <a:p>
            <a:r>
              <a:rPr lang="en-US" sz="1600" dirty="0"/>
              <a:t>OEM Security Proposal: The scope of compromise shall be limited to the EP partition and shall not propagate internal (to internal partition or in-vehicle CAN bus)</a:t>
            </a:r>
          </a:p>
          <a:p>
            <a:r>
              <a:rPr lang="en-US" sz="1600" b="1" dirty="0"/>
              <a:t>System architecture migration</a:t>
            </a:r>
            <a:r>
              <a:rPr lang="en-US" sz="1600" dirty="0"/>
              <a:t>: </a:t>
            </a:r>
          </a:p>
          <a:p>
            <a:pPr lvl="1"/>
            <a:r>
              <a:rPr lang="en-US" sz="1600" dirty="0"/>
              <a:t>DCM is separated into 2 partitions using LXC containers: </a:t>
            </a:r>
          </a:p>
          <a:p>
            <a:pPr lvl="2"/>
            <a:r>
              <a:rPr lang="en-US" sz="1600" b="1" dirty="0"/>
              <a:t>EP container (Entry Point)</a:t>
            </a:r>
            <a:r>
              <a:rPr lang="en-US" sz="1600" dirty="0"/>
              <a:t>: externally exposed network components.</a:t>
            </a:r>
          </a:p>
          <a:p>
            <a:pPr lvl="2"/>
            <a:r>
              <a:rPr lang="en-US" sz="1600" b="1" dirty="0"/>
              <a:t>Internal container: </a:t>
            </a:r>
            <a:r>
              <a:rPr lang="en-US" sz="1600" dirty="0"/>
              <a:t>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4" y="4578725"/>
            <a:ext cx="3237478" cy="1862348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3079651" y="6512647"/>
            <a:ext cx="1109108" cy="31236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25431" y="6473588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4273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system architecture (containerized)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82300E94-D641-5E7E-D410-1F95BB0C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55A41CDD-7CE6-4D63-F256-F3E90D329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1830" y="3202531"/>
            <a:ext cx="6854434" cy="328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20FEF80F-391D-5C0D-3E70-1754E47CE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985" y="2961460"/>
            <a:ext cx="7774134" cy="3707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866" y="862011"/>
            <a:ext cx="11870268" cy="2307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 err="1"/>
              <a:t>RemoteDiag</a:t>
            </a:r>
            <a:r>
              <a:rPr lang="en-US" sz="1600" dirty="0"/>
              <a:t>: a module processes diagnostic for each ECU and uploads diagnostic data to OEM Server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RemoteDiag</a:t>
            </a:r>
            <a:r>
              <a:rPr lang="en-US" sz="1600" dirty="0"/>
              <a:t> has 2 communication paths: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OEM Server</a:t>
            </a:r>
            <a:r>
              <a:rPr lang="en-US" sz="1600" dirty="0"/>
              <a:t>: performs direct diagnostic commands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MM ecu</a:t>
            </a:r>
            <a:r>
              <a:rPr lang="en-US" sz="1600" dirty="0"/>
              <a:t>: OTA diagnostic update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Risk: </a:t>
            </a:r>
            <a:r>
              <a:rPr lang="en-US" sz="1600" b="1" dirty="0" err="1"/>
              <a:t>RemoteDiag</a:t>
            </a:r>
            <a:r>
              <a:rPr lang="en-US" sz="1600" b="1" dirty="0"/>
              <a:t> &lt;-&gt; MM path </a:t>
            </a:r>
            <a:r>
              <a:rPr lang="en-US" sz="1600" dirty="0"/>
              <a:t>traverses the EP container, exposing the communication to an attacker if EP container is compromised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OEM requests that </a:t>
            </a:r>
            <a:r>
              <a:rPr lang="en-US" sz="1600" b="1" dirty="0"/>
              <a:t>unauthorized reprogramming requests should be filtered.</a:t>
            </a:r>
          </a:p>
          <a:p>
            <a:pPr>
              <a:lnSpc>
                <a:spcPct val="130000"/>
              </a:lnSpc>
            </a:pP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B985467-A9DA-DE11-1910-E778EDD530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4294" y="5213119"/>
            <a:ext cx="1749283" cy="156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xmlns="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120159"/>
              </p:ext>
            </p:extLst>
          </p:nvPr>
        </p:nvGraphicFramePr>
        <p:xfrm>
          <a:off x="204773" y="1505336"/>
          <a:ext cx="11782454" cy="144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Internal container.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xmlns="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760293"/>
              </p:ext>
            </p:extLst>
          </p:nvPr>
        </p:nvGraphicFramePr>
        <p:xfrm>
          <a:off x="182820" y="960039"/>
          <a:ext cx="11887260" cy="505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05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7383"/>
                <a:gridCol w="960120"/>
                <a:gridCol w="432435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diagnostic 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 dirty="0">
                          <a:latin typeface="+mn-lt"/>
                          <a:cs typeface="Arial" panose="020B0604020202020204" pitchFamily="34" charset="0"/>
                        </a:rPr>
                        <a:t> requests are communicated within IP.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reallocates responsibilities among existing software components.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requires existing software components (other than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) to adapt to the new architecture.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79F3C30A-9B01-61F0-056C-27C80301C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7439" y="2506013"/>
            <a:ext cx="9602347" cy="42569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/>
              <a:t>Split </a:t>
            </a:r>
            <a:r>
              <a:rPr lang="en-US" dirty="0" err="1"/>
              <a:t>RemoteDiag</a:t>
            </a:r>
            <a:r>
              <a:rPr lang="en-US" dirty="0"/>
              <a:t> responsibilities into </a:t>
            </a:r>
            <a:r>
              <a:rPr lang="en-US" b="1" dirty="0"/>
              <a:t>2</a:t>
            </a:r>
            <a:r>
              <a:rPr lang="en-US" dirty="0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RemoteDiag</a:t>
            </a:r>
            <a:r>
              <a:rPr lang="en-US" b="1" dirty="0"/>
              <a:t> (EP container):</a:t>
            </a:r>
            <a:r>
              <a:rPr lang="en-US" dirty="0"/>
              <a:t> handles </a:t>
            </a:r>
            <a:r>
              <a:rPr lang="en-US" dirty="0" err="1"/>
              <a:t>diag</a:t>
            </a:r>
            <a:r>
              <a:rPr lang="en-US" dirty="0"/>
              <a:t> messages from OEM server.</a:t>
            </a:r>
            <a:endParaRPr lang="en-US" b="1" dirty="0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RemoteOTA</a:t>
            </a:r>
            <a:r>
              <a:rPr lang="en-US" b="1" dirty="0"/>
              <a:t> (Internal container):</a:t>
            </a:r>
            <a:r>
              <a:rPr lang="en-US" dirty="0"/>
              <a:t> handles OTA </a:t>
            </a:r>
            <a:r>
              <a:rPr lang="en-US" dirty="0" err="1"/>
              <a:t>diag</a:t>
            </a:r>
            <a:r>
              <a:rPr lang="en-US" dirty="0"/>
              <a:t>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OnBoardClient</a:t>
            </a:r>
            <a:r>
              <a:rPr lang="en-US" dirty="0"/>
              <a:t> is responsible for </a:t>
            </a:r>
            <a:r>
              <a:rPr lang="en-US" b="1" dirty="0"/>
              <a:t>reprogramming message filtering</a:t>
            </a:r>
            <a:r>
              <a:rPr lang="en-US" dirty="0"/>
              <a:t> and </a:t>
            </a:r>
            <a:r>
              <a:rPr lang="en-US" b="1" dirty="0"/>
              <a:t>diagnostic  priority control</a:t>
            </a:r>
            <a:r>
              <a:rPr lang="en-US" dirty="0"/>
              <a:t>.</a:t>
            </a:r>
            <a:endParaRPr lang="en-US" sz="16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09AB2A3E-4A5A-80E7-6BD7-3F4F73E5C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1687716E-3FC0-6720-F07D-6C2418434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716" y="1969092"/>
            <a:ext cx="8070964" cy="48073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33B21BAC-9E9C-F667-EB81-43F48A0E1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AAE2910-7B87-F3B5-8408-E04FE9F21D42}"/>
              </a:ext>
            </a:extLst>
          </p:cNvPr>
          <p:cNvSpPr txBox="1"/>
          <p:nvPr/>
        </p:nvSpPr>
        <p:spPr>
          <a:xfrm>
            <a:off x="6898742" y="6315754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D51D2743-5B87-CC81-8D97-271314E9E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739" y="2354869"/>
            <a:ext cx="9937672" cy="44151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/>
              <a:t>Move </a:t>
            </a:r>
            <a:r>
              <a:rPr lang="en-US" sz="1800" dirty="0" err="1"/>
              <a:t>RemoteDiag</a:t>
            </a:r>
            <a:r>
              <a:rPr lang="en-US" sz="1800" dirty="0"/>
              <a:t> into the IP container.</a:t>
            </a:r>
          </a:p>
          <a:p>
            <a:r>
              <a:rPr lang="en-US" sz="1800" dirty="0"/>
              <a:t>Add a </a:t>
            </a:r>
            <a:r>
              <a:rPr lang="en-US" sz="1800" b="1" dirty="0"/>
              <a:t>new </a:t>
            </a:r>
            <a:r>
              <a:rPr lang="en-US" sz="1800" b="1" dirty="0" err="1"/>
              <a:t>RemoteDiagProxy</a:t>
            </a:r>
            <a:r>
              <a:rPr lang="en-US" sz="1800" b="1" dirty="0"/>
              <a:t> (RDP) component</a:t>
            </a:r>
            <a:r>
              <a:rPr lang="en-US" sz="1800" dirty="0"/>
              <a:t> in the EP that acts as a </a:t>
            </a:r>
            <a:r>
              <a:rPr lang="en-US" sz="1800" b="1" dirty="0"/>
              <a:t>transparent proxy</a:t>
            </a:r>
            <a:r>
              <a:rPr lang="en-US" sz="1800" dirty="0"/>
              <a:t>. </a:t>
            </a:r>
          </a:p>
          <a:p>
            <a:r>
              <a:rPr lang="en-US" sz="1800" dirty="0"/>
              <a:t>EP modules continue to interact with RDP using their existing interface</a:t>
            </a:r>
          </a:p>
          <a:p>
            <a:r>
              <a:rPr lang="en-US" sz="1800" dirty="0"/>
              <a:t>RDP forwards requests to </a:t>
            </a:r>
            <a:r>
              <a:rPr lang="en-US" sz="1800" dirty="0" err="1"/>
              <a:t>RemoteDiag</a:t>
            </a:r>
            <a:r>
              <a:rPr lang="en-US" sz="1800" dirty="0"/>
              <a:t> via UDS socket channel.</a:t>
            </a:r>
            <a:endParaRPr lang="en-US" sz="1800" b="1" dirty="0"/>
          </a:p>
          <a:p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0A483E6-6ECF-F5F2-5FFC-55A9FD629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12425196-F6FB-6F05-9DFF-490CE43C23AD}"/>
              </a:ext>
            </a:extLst>
          </p:cNvPr>
          <p:cNvSpPr txBox="1"/>
          <p:nvPr/>
        </p:nvSpPr>
        <p:spPr>
          <a:xfrm>
            <a:off x="6898742" y="6315754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Alt-C</a:t>
            </a:r>
          </a:p>
        </p:txBody>
      </p:sp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866" y="6178302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287634"/>
              </p:ext>
            </p:extLst>
          </p:nvPr>
        </p:nvGraphicFramePr>
        <p:xfrm>
          <a:off x="72428" y="625771"/>
          <a:ext cx="12050161" cy="5307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64854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440317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381150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(CyberSecurity team confirmed)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OnBoardClient’s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responsibility is changed: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is moved to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which requires requirement updates.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Existing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responsibilities are distributed across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two applications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increasing OEM specification and coordination effort.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PowerMgr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HttpMgr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kumimoji="0" lang="en-US" sz="1300" b="1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D7D31"/>
                          </a:solidFill>
                          <a:effectLst/>
                          <a:uLnTx/>
                          <a:uFillTx/>
                          <a:latin typeface="+mn-lt"/>
                        </a:rPr>
                        <a:t>Medium</a:t>
                      </a:r>
                      <a:endParaRPr lang="en-US" sz="130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 dirty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required in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existing 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modules but a </a:t>
                      </a:r>
                      <a:r>
                        <a:rPr lang="en-US" sz="1300" b="1" baseline="0" smtClean="0">
                          <a:latin typeface="+mn-lt"/>
                          <a:cs typeface="Arial" panose="020B0604020202020204" pitchFamily="34" charset="0"/>
                        </a:rPr>
                        <a:t>new module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 RemoteDiagProxy is required. RemoteDiagProxy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preserves the current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binder 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interface. </a:t>
                      </a:r>
                      <a:endParaRPr lang="en-US" sz="1300" b="0" baseline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 dirty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12016" y="6009927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0602" y="5657752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</a:t>
            </a:r>
            <a:r>
              <a:rPr lang="en-US" smtClean="0"/>
              <a:t>design Alt-C: </a:t>
            </a:r>
            <a:r>
              <a:rPr lang="en-US"/>
              <a:t>Forward </a:t>
            </a:r>
            <a:r>
              <a:rPr lang="en-US" dirty="0"/>
              <a:t>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508" y="990600"/>
            <a:ext cx="10678985" cy="496697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3129" y="6086159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</a:t>
            </a:r>
            <a:r>
              <a:rPr lang="en-US" smtClean="0"/>
              <a:t>design Alt-C: </a:t>
            </a:r>
            <a:r>
              <a:rPr lang="en-US"/>
              <a:t>Filter </a:t>
            </a:r>
            <a:r>
              <a:rPr lang="en-US" dirty="0"/>
              <a:t>scenario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144" y="990600"/>
            <a:ext cx="9757712" cy="5034565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492" y="6153754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85" y="1399738"/>
            <a:ext cx="10544082" cy="233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4900" y="1030406"/>
            <a:ext cx="5251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SidFilter blocks reprogramming diagnostic requests</a:t>
            </a:r>
          </a:p>
        </p:txBody>
      </p:sp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946" y="990600"/>
            <a:ext cx="8390180" cy="5278438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Detai design: IPC connection setup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8765" y="5306316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603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Detail design: API request-response </a:t>
            </a:r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852" y="1025348"/>
            <a:ext cx="11292296" cy="494825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356" y="6036978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0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2031134" cy="672843"/>
          </a:xfrm>
          <a:solidFill>
            <a:schemeClr val="bg1"/>
          </a:solidFill>
        </p:spPr>
        <p:txBody>
          <a:bodyPr/>
          <a:lstStyle/>
          <a:p>
            <a:pPr algn="r"/>
            <a:r>
              <a:rPr lang="en-US"/>
              <a:t>Detail design: </a:t>
            </a:r>
            <a:r>
              <a:rPr lang="en-US" smtClean="0"/>
              <a:t>Re-connect mechanism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433" y="5323813"/>
            <a:ext cx="2572364" cy="685964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6" y="64828"/>
            <a:ext cx="5714833" cy="6728344"/>
          </a:xfr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433" y="862011"/>
            <a:ext cx="5738258" cy="413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55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9220</TotalTime>
  <Words>1320</Words>
  <Application>Microsoft Office PowerPoint</Application>
  <PresentationFormat>Widescreen</PresentationFormat>
  <Paragraphs>195</Paragraphs>
  <Slides>21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Malgun Gothic</vt:lpstr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 – Toyota 24DCM project</vt:lpstr>
      <vt:lpstr>Context &amp; Motivation – System architecture migration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Detail design Alt-C: Forward API call from proxy to remotediag </vt:lpstr>
      <vt:lpstr>Detail design Alt-C: Filter scenario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  <vt:lpstr>Detai design: IPC connection setup</vt:lpstr>
      <vt:lpstr>Detail design: API request-response </vt:lpstr>
      <vt:lpstr>Detail design: Re-connect mechanism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HOANG VU/LGEDV SOFTWARE ENGINEERING 1 TEAM</cp:lastModifiedBy>
  <cp:revision>727</cp:revision>
  <dcterms:created xsi:type="dcterms:W3CDTF">2026-08-17T04:18:20Z</dcterms:created>
  <dcterms:modified xsi:type="dcterms:W3CDTF">2026-10-13T06:34:32Z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