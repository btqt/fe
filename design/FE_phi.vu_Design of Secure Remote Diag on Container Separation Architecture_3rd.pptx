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80" r:id="rId4"/>
    <p:sldId id="289" r:id="rId5"/>
    <p:sldId id="262" r:id="rId6"/>
    <p:sldId id="283" r:id="rId7"/>
    <p:sldId id="269" r:id="rId8"/>
    <p:sldId id="271" r:id="rId9"/>
    <p:sldId id="287" r:id="rId10"/>
    <p:sldId id="279" r:id="rId11"/>
    <p:sldId id="288" r:id="rId12"/>
    <p:sldId id="291" r:id="rId13"/>
    <p:sldId id="274" r:id="rId14"/>
    <p:sldId id="277" r:id="rId15"/>
    <p:sldId id="276" r:id="rId16"/>
    <p:sldId id="293" r:id="rId17"/>
    <p:sldId id="29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61" autoAdjust="0"/>
  </p:normalViewPr>
  <p:slideViewPr>
    <p:cSldViewPr snapToGrid="0">
      <p:cViewPr varScale="1">
        <p:scale>
          <a:sx n="114" d="100"/>
          <a:sy n="114" d="100"/>
        </p:scale>
        <p:origin x="773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/>
        </p:nvCxnSpPr>
        <p:spPr>
          <a:xfrm>
            <a:off x="5635782" y="2872148"/>
            <a:ext cx="0" cy="3985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96130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/>
              <a:t>Currently, Toyota telematics stack (DCM) runs in a single partition</a:t>
            </a:r>
          </a:p>
          <a:p>
            <a:r>
              <a:rPr lang="en-US" sz="1800" b="1"/>
              <a:t>System architecture change</a:t>
            </a:r>
            <a:r>
              <a:rPr lang="en-US" sz="1800"/>
              <a:t>: </a:t>
            </a:r>
          </a:p>
          <a:p>
            <a:pPr lvl="1"/>
            <a:r>
              <a:rPr lang="en-US" sz="1800"/>
              <a:t>DCM is separated into 2 containers: </a:t>
            </a:r>
          </a:p>
          <a:p>
            <a:pPr lvl="2"/>
            <a:r>
              <a:rPr lang="en-US" sz="1800" b="1"/>
              <a:t>EP container</a:t>
            </a:r>
            <a:r>
              <a:rPr lang="en-US" sz="1800"/>
              <a:t>: externally exposed network components</a:t>
            </a:r>
          </a:p>
          <a:p>
            <a:pPr lvl="2"/>
            <a:r>
              <a:rPr lang="en-US" sz="1800" b="1"/>
              <a:t>IP container</a:t>
            </a:r>
            <a:r>
              <a:rPr lang="en-US" sz="1800"/>
              <a:t>: 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2955"/>
            <a:ext cx="5359652" cy="342326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913" y="2872148"/>
            <a:ext cx="6165787" cy="3502033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5388393" y="6296222"/>
            <a:ext cx="494779" cy="49058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233987" y="6374182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510" y="6336364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New system architecture (containerized)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6025" y="803448"/>
            <a:ext cx="2085975" cy="19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862011"/>
            <a:ext cx="121220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/>
              <a:t>RemoteDiag</a:t>
            </a:r>
            <a:r>
              <a:rPr lang="en-US" sz="1600"/>
              <a:t>: a module processes diagnostic for each ECU and uploads diagnostic data to OEM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RemoteDiag has 2 communication paths: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/>
              <a:t>with </a:t>
            </a:r>
            <a:r>
              <a:rPr lang="en-US" sz="1600" b="1"/>
              <a:t>OEM Server</a:t>
            </a:r>
            <a:r>
              <a:rPr lang="en-US" sz="1600"/>
              <a:t>: performs direct diagnostic commands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/>
              <a:t>with </a:t>
            </a:r>
            <a:r>
              <a:rPr lang="en-US" sz="1600" b="1"/>
              <a:t>MM ecu</a:t>
            </a:r>
            <a:r>
              <a:rPr lang="en-US" sz="1600"/>
              <a:t>: OTA diagnostic update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/>
              <a:t>Risk: RemoteDiag &lt;-&gt; MM path </a:t>
            </a:r>
            <a:r>
              <a:rPr lang="en-US" sz="1600"/>
              <a:t>routes in EP which is insecure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OEM requests that </a:t>
            </a:r>
            <a:r>
              <a:rPr lang="en-US" sz="1600" b="1"/>
              <a:t>unauthorized reprogramming requests should be filtered.</a:t>
            </a:r>
          </a:p>
          <a:p>
            <a:endParaRPr lang="en-US" sz="1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225" y="2594782"/>
            <a:ext cx="7726458" cy="4158444"/>
          </a:xfrm>
          <a:prstGeom prst="rect">
            <a:avLst/>
          </a:prstGeom>
        </p:spPr>
      </p:pic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170" y="924518"/>
            <a:ext cx="2271888" cy="164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279638"/>
              </p:ext>
            </p:extLst>
          </p:nvPr>
        </p:nvGraphicFramePr>
        <p:xfrm>
          <a:off x="204773" y="1505336"/>
          <a:ext cx="11782454" cy="1332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IP.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73878"/>
              </p:ext>
            </p:extLst>
          </p:nvPr>
        </p:nvGraphicFramePr>
        <p:xfrm>
          <a:off x="182820" y="960039"/>
          <a:ext cx="11826361" cy="4611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9150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5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command 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>
                          <a:latin typeface="+mn-lt"/>
                          <a:cs typeface="Arial" panose="020B0604020202020204" pitchFamily="34" charset="0"/>
                        </a:rPr>
                        <a:t> requests are handled within IP.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new design preserves the original core responsibility of each component.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Existing software components (other than RemoteDiag) require minimal changes.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Failure in OEM Center flow or MM ECU flow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The other</a:t>
                      </a:r>
                      <a:r>
                        <a:rPr lang="en-US" sz="16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flow remains operational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Low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/>
              <a:t>Split RemoteDiag responsibilities into </a:t>
            </a:r>
            <a:r>
              <a:rPr lang="en-US" b="1"/>
              <a:t>2</a:t>
            </a:r>
            <a:r>
              <a:rPr lang="en-US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/>
              <a:t>RemoteDiag (EP):</a:t>
            </a:r>
            <a:r>
              <a:rPr lang="en-US"/>
              <a:t> handles diag messages from OEM server.</a:t>
            </a:r>
            <a:endParaRPr lang="en-US" b="1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/>
              <a:t>RemoteOTA (IP):</a:t>
            </a:r>
            <a:r>
              <a:rPr lang="en-US"/>
              <a:t> handles OTA diag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/>
              <a:t>OnBoardClient is responsible for </a:t>
            </a:r>
            <a:r>
              <a:rPr lang="en-US" b="1"/>
              <a:t>reprogramming message filtering</a:t>
            </a:r>
            <a:r>
              <a:rPr lang="en-US"/>
              <a:t> and </a:t>
            </a:r>
            <a:r>
              <a:rPr lang="en-US" b="1"/>
              <a:t>diagnostic  priority control</a:t>
            </a:r>
            <a:r>
              <a:rPr lang="en-US"/>
              <a:t>.</a:t>
            </a:r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925" y="2399168"/>
            <a:ext cx="8785917" cy="4367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87" y="5078097"/>
            <a:ext cx="2196413" cy="1688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Alt-A</a:t>
            </a:r>
          </a:p>
        </p:txBody>
      </p:sp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87" y="5078097"/>
            <a:ext cx="2196413" cy="1688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5175" y="1847523"/>
            <a:ext cx="8814401" cy="49190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53062" y="6189006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2354870"/>
            <a:ext cx="8678897" cy="43503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/>
              <a:t>Move RemoteDiag into the IP container.</a:t>
            </a:r>
          </a:p>
          <a:p>
            <a:r>
              <a:rPr lang="en-US" sz="1800"/>
              <a:t>Introduce a </a:t>
            </a:r>
            <a:r>
              <a:rPr lang="en-US" sz="1800" b="1"/>
              <a:t>new RemoteDiagProxy (RDP) module</a:t>
            </a:r>
            <a:r>
              <a:rPr lang="en-US" sz="1800"/>
              <a:t> in the EP that acts as a </a:t>
            </a:r>
            <a:r>
              <a:rPr lang="en-US" sz="1800" b="1"/>
              <a:t>transparent proxy</a:t>
            </a:r>
            <a:r>
              <a:rPr lang="en-US" sz="1800"/>
              <a:t>. </a:t>
            </a:r>
          </a:p>
          <a:p>
            <a:r>
              <a:rPr lang="en-US" sz="1800"/>
              <a:t>EP modules continue to interact with RDP using their existing interface</a:t>
            </a:r>
          </a:p>
          <a:p>
            <a:r>
              <a:rPr lang="en-US" sz="1800"/>
              <a:t>RDP forwards requests to RemoteDiag via UDS socket channel.</a:t>
            </a:r>
            <a:endParaRPr lang="en-US" sz="1800" b="1"/>
          </a:p>
          <a:p>
            <a:endParaRPr lang="en-US" sz="1800"/>
          </a:p>
        </p:txBody>
      </p:sp>
      <p:sp>
        <p:nvSpPr>
          <p:cNvPr id="6" name="TextBox 5"/>
          <p:cNvSpPr txBox="1"/>
          <p:nvPr/>
        </p:nvSpPr>
        <p:spPr>
          <a:xfrm>
            <a:off x="6781612" y="633584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Alt-C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" y="5083804"/>
            <a:ext cx="2196413" cy="168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4359379"/>
              </p:ext>
            </p:extLst>
          </p:nvPr>
        </p:nvGraphicFramePr>
        <p:xfrm>
          <a:off x="0" y="7276193"/>
          <a:ext cx="12019689" cy="4006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9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90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1543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Alt-A – Keep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in 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Alt-B – Move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to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Alt-C – Move +</a:t>
                      </a:r>
                      <a:r>
                        <a:rPr lang="en-US" baseline="0"/>
                        <a:t> Proxy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5628">
                <a:tc>
                  <a:txBody>
                    <a:bodyPr/>
                    <a:lstStyle/>
                    <a:p>
                      <a:r>
                        <a:rPr lang="en-US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/>
                        <a:t>CAN</a:t>
                      </a:r>
                      <a:r>
                        <a:rPr lang="en-US" baseline="0"/>
                        <a:t> is protected by SID Filter but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aseline="0"/>
                        <a:t>remains controllable from compromised EP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9236">
                <a:tc>
                  <a:txBody>
                    <a:bodyPr/>
                    <a:lstStyle/>
                    <a:p>
                      <a:r>
                        <a:rPr lang="en-US"/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  <a:endParaRPr lang="en-US" b="1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EP modules and </a:t>
                      </a:r>
                      <a:r>
                        <a:rPr lang="en-US" err="1"/>
                        <a:t>RemoteDiag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keep their current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interface. But </a:t>
                      </a:r>
                      <a:r>
                        <a:rPr lang="en-US" b="0" err="1">
                          <a:solidFill>
                            <a:schemeClr val="tx1"/>
                          </a:solidFill>
                        </a:rPr>
                        <a:t>OnBoardClient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has to be modified.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  <a:p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More than 10 EP modules have to change their implementation to support cross-container IPC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mechanism.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 b="0">
                          <a:solidFill>
                            <a:schemeClr val="tx1"/>
                          </a:solidFill>
                        </a:rPr>
                        <a:t>EP modules’ interface unchanged,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but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/>
                        <a:t>additional</a:t>
                      </a:r>
                      <a:r>
                        <a:rPr lang="en-US" baseline="0"/>
                        <a:t> components (proxy and cross-container IPC)</a:t>
                      </a:r>
                      <a:r>
                        <a:rPr lang="en-US"/>
                        <a:t> </a:t>
                      </a:r>
                      <a:r>
                        <a:rPr lang="en-US" b="0">
                          <a:solidFill>
                            <a:schemeClr val="tx1"/>
                          </a:solidFill>
                        </a:rPr>
                        <a:t>have to</a:t>
                      </a:r>
                      <a:r>
                        <a:rPr lang="en-US" b="0" baseline="0">
                          <a:solidFill>
                            <a:schemeClr val="tx1"/>
                          </a:solidFill>
                        </a:rPr>
                        <a:t> be implemented and maintained.</a:t>
                      </a:r>
                      <a:endParaRPr lang="en-US" b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29716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60866" y="5932081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815471"/>
              </p:ext>
            </p:extLst>
          </p:nvPr>
        </p:nvGraphicFramePr>
        <p:xfrm>
          <a:off x="72428" y="616718"/>
          <a:ext cx="12050161" cy="50101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3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1331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3485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Responsibilities of RemoteDiag and OnBoardClient change (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moves to and specifications.. OnBoardClient), requiring updates to requirements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(OnBoardClient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(PowerMgr, HttpMgr,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required in existing modules. RemoteDiagProxy preserves the current binder interface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communication flows run in separate processes. Failure of one flow does not impact the other.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  <a:endParaRPr lang="en-US" sz="1300" b="0">
                        <a:solidFill>
                          <a:schemeClr val="tx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38020" y="5808971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4245" y="5392287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1" y="1693307"/>
            <a:ext cx="10269609" cy="23929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866" y="1190625"/>
            <a:ext cx="8010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communication with EP-side components (Telephony, Mqtt, …)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0" y="4219575"/>
            <a:ext cx="10269609" cy="192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scenario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875D97-63D9-E3DF-760D-4A57DB7A2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96" y="930861"/>
            <a:ext cx="10936808" cy="561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EC3E71-48BE-FEC7-88E8-47DB96F90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2" y="1043549"/>
            <a:ext cx="12163910" cy="536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7349</TotalTime>
  <Words>929</Words>
  <Application>Microsoft Office PowerPoint</Application>
  <PresentationFormat>Widescreen</PresentationFormat>
  <Paragraphs>176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  <vt:lpstr>Filter scenario</vt:lpstr>
      <vt:lpstr>Forward API call from proxy to remotediag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Vu Hoang</cp:lastModifiedBy>
  <cp:revision>592</cp:revision>
  <dcterms:created xsi:type="dcterms:W3CDTF">2026-08-17T04:18:20Z</dcterms:created>
  <dcterms:modified xsi:type="dcterms:W3CDTF">2026-09-28T18:08:14Z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